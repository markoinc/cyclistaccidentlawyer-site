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3657600" cy="1828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0" y="914400"/>
            <a:ext cx="3657600" cy="18288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0" y="914400"/>
            <a:ext cx="3657600" cy="1828800"/>
          </a:xfrm>
          <a:prstGeom prst="rect">
            <a:avLst/>
          </a:prstGeom>
          <a:solidFill>
            <a:srgbClr val="1C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kurios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657600"/>
            <a:ext cx="5560247" cy="1828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59436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8B8FA3"/>
                </a:solidFill>
                <a:latin typeface="Inter"/>
              </a:defRPr>
            </a:pPr>
            <a:r>
              <a:t>Exclusive MVA Leads &amp; Live Transfers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